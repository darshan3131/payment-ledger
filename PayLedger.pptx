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E23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737360"/>
            <a:ext cx="9144000" cy="0"/>
          </a:xfrm>
          <a:prstGeom prst="line">
            <a:avLst/>
          </a:prstGeom>
          <a:noFill/>
          <a:ln w="6350">
            <a:solidFill>
              <a:srgbClr val="1E23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6350">
            <a:solidFill>
              <a:srgbClr val="1E23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383280"/>
            <a:ext cx="9144000" cy="0"/>
          </a:xfrm>
          <a:prstGeom prst="line">
            <a:avLst/>
          </a:prstGeom>
          <a:noFill/>
          <a:ln w="6350">
            <a:solidFill>
              <a:srgbClr val="1E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206240"/>
            <a:ext cx="9144000" cy="0"/>
          </a:xfrm>
          <a:prstGeom prst="line">
            <a:avLst/>
          </a:prstGeom>
          <a:noFill/>
          <a:ln w="6350">
            <a:solidFill>
              <a:srgbClr val="1E23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E23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280160"/>
            <a:ext cx="822960" cy="8229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26187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1F5F9"/>
                </a:solidFill>
              </a:rPr>
              <a:t>₹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691640" y="11430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PayLedger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1691640" y="21945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Payment Infrastructure · Built on Spring Boot + React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2834640"/>
            <a:ext cx="7863840" cy="0"/>
          </a:xfrm>
          <a:prstGeom prst="line">
            <a:avLst/>
          </a:prstGeom>
          <a:noFill/>
          <a:ln w="12700">
            <a:solidFill>
              <a:srgbClr val="1E23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01752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6366F1">
              <a:alpha val="2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0175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66F1"/>
                </a:solidFill>
              </a:rPr>
              <a:t>3 Portals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58568" y="301752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58568" y="30175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JWT Auth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77056" y="301752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77056" y="30175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Double-Entry Ledger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95544" y="301752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95544" y="30175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OTP Verification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114032" y="301752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A855F7">
              <a:alpha val="2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14032" y="30175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</a:rPr>
              <a:t>Kafka Outbox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0" y="4663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K C Darshan Siddarth  ·  Full Stack Developer  ·  Bengaluru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6366F1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PayLedger?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PayLedger is a full-stack enterprise payment management system that simulates real-world banking operations — from customer onboarding to fund transfers, account management, and audit trails — across three dedicated portals.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691640"/>
            <a:ext cx="2743200" cy="2286000"/>
          </a:xfrm>
          <a:prstGeom prst="rect">
            <a:avLst/>
          </a:prstGeom>
          <a:solidFill>
            <a:srgbClr val="141829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691640"/>
            <a:ext cx="54864" cy="22860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175564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</a:rPr>
              <a:t>Customer Portal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" y="2212848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Self-register, send money, view statements, raise support tickets, manage security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691640"/>
            <a:ext cx="2743200" cy="2286000"/>
          </a:xfrm>
          <a:prstGeom prst="rect">
            <a:avLst/>
          </a:prstGeom>
          <a:solidFill>
            <a:srgbClr val="141829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691640"/>
            <a:ext cx="54864" cy="22860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3364992" y="175564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</a:rPr>
              <a:t>Backoffice Portal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64992" y="2212848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Open accounts, deposit/withdraw, reverse transactions, manage support tickets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691640"/>
            <a:ext cx="2743200" cy="2286000"/>
          </a:xfrm>
          <a:prstGeom prst="rect">
            <a:avLst/>
          </a:prstGeom>
          <a:solidFill>
            <a:srgbClr val="141829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691640"/>
            <a:ext cx="54864" cy="2286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6291072" y="175564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Admin Console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91072" y="2212848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Manage users &amp; roles, view analytics, monitor system health, freeze/close accounts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4160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18CF8"/>
                </a:solidFill>
              </a:rPr>
              <a:t>₹0 → ∞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0080" y="4617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Double-Entry Ledger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51760" y="4160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18CF8"/>
                </a:solidFill>
              </a:rPr>
              <a:t>JWT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651760" y="4617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Stateless Auth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63440" y="4160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18CF8"/>
                </a:solidFill>
              </a:rPr>
              <a:t>Redis OTP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663440" y="4617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Secure Verification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75120" y="4160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18CF8"/>
                </a:solidFill>
              </a:rPr>
              <a:t>Kafka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675120" y="4617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Outbox Pattern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6366F1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3931920"/>
          </a:xfrm>
          <a:prstGeom prst="rect">
            <a:avLst/>
          </a:prstGeom>
          <a:solidFill>
            <a:srgbClr val="141829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54864" cy="39319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438912" y="102412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366F1"/>
                </a:solidFill>
              </a:rPr>
              <a:t>Backend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38912" y="1481328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Spring Boot 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1911096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JPA / Hibernate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2340864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MySQL 8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2770632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Spring Security + JWT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8912" y="320040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Redis (OTP + Idempotency)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" y="3630168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Kafka (Outbox Pattern)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" y="4059936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Twilio SMS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960120"/>
            <a:ext cx="2743200" cy="3931920"/>
          </a:xfrm>
          <a:prstGeom prst="rect">
            <a:avLst/>
          </a:prstGeom>
          <a:solidFill>
            <a:srgbClr val="141829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960120"/>
            <a:ext cx="54864" cy="39319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6" name="Text 14"/>
          <p:cNvSpPr/>
          <p:nvPr/>
        </p:nvSpPr>
        <p:spPr>
          <a:xfrm>
            <a:off x="3364992" y="102412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</a:rPr>
              <a:t>Frontend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64992" y="1481328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React 18 (Vite)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64992" y="1911096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3 Separate Portals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64992" y="2340864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Axios + Interceptors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64992" y="2770632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localStorage (JWT)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64992" y="320040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Responsive dark UI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960120"/>
            <a:ext cx="2743200" cy="3931920"/>
          </a:xfrm>
          <a:prstGeom prst="rect">
            <a:avLst/>
          </a:prstGeom>
          <a:solidFill>
            <a:srgbClr val="141829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960120"/>
            <a:ext cx="54864" cy="3931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6291072" y="102412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Patterns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291072" y="1481328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Double-Entry Ledger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91072" y="1911096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Outbox Pattern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91072" y="2340864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Optimistic Locking (@Version)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91072" y="2770632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Idempotency Keys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91072" y="320040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Stateless JWT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91072" y="3630168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OTP Verification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91072" y="4059936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Role-Based Access Control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22C55E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37160" y="1005840"/>
            <a:ext cx="1645920" cy="822960"/>
          </a:xfrm>
          <a:prstGeom prst="rect">
            <a:avLst/>
          </a:prstGeom>
          <a:solidFill>
            <a:srgbClr val="141829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" y="1005840"/>
            <a:ext cx="54864" cy="8229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201168" y="1024128"/>
            <a:ext cx="1508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366F1"/>
                </a:solidFill>
              </a:rPr>
              <a:t>Customer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6366F1"/>
                </a:solidFill>
              </a:rPr>
              <a:t>:3000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57400" y="1005840"/>
            <a:ext cx="1645920" cy="822960"/>
          </a:xfrm>
          <a:prstGeom prst="rect">
            <a:avLst/>
          </a:prstGeom>
          <a:solidFill>
            <a:srgbClr val="141829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57400" y="1005840"/>
            <a:ext cx="54864" cy="8229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2121408" y="1024128"/>
            <a:ext cx="1508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Backoffice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:3001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977640" y="1005840"/>
            <a:ext cx="1645920" cy="822960"/>
          </a:xfrm>
          <a:prstGeom prst="rect">
            <a:avLst/>
          </a:prstGeom>
          <a:solidFill>
            <a:srgbClr val="141829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977640" y="100584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4041648" y="1024128"/>
            <a:ext cx="1508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Admin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:3002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26080" y="1828800"/>
            <a:ext cx="0" cy="3200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148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REST API over HTTP/S  (CORS + JWT)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487168"/>
            <a:ext cx="5303520" cy="960120"/>
          </a:xfrm>
          <a:prstGeom prst="rect">
            <a:avLst/>
          </a:prstGeom>
          <a:solidFill>
            <a:srgbClr val="141829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487168"/>
            <a:ext cx="54864" cy="9601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54203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</a:rPr>
              <a:t>Spring Boot API  :8080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290779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SecurityConfig · JWT Filter · Controllers · Services · Repositories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005840"/>
            <a:ext cx="2926080" cy="1097280"/>
          </a:xfrm>
          <a:prstGeom prst="rect">
            <a:avLst/>
          </a:prstGeom>
          <a:solidFill>
            <a:srgbClr val="141829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0" y="1005840"/>
            <a:ext cx="54864" cy="10972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6080760" y="10698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</a:rPr>
              <a:t>MySQL 8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080760" y="1463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Users · Accounts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Transactions · Ledger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577840" y="1554480"/>
            <a:ext cx="365760" cy="0"/>
          </a:xfrm>
          <a:prstGeom prst="line">
            <a:avLst/>
          </a:prstGeom>
          <a:noFill/>
          <a:ln w="15240">
            <a:solidFill>
              <a:srgbClr val="22C55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2377440"/>
            <a:ext cx="2926080" cy="1097280"/>
          </a:xfrm>
          <a:prstGeom prst="rect">
            <a:avLst/>
          </a:prstGeom>
          <a:solidFill>
            <a:srgbClr val="141829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0" y="2377440"/>
            <a:ext cx="54864" cy="10972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6080760" y="24414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Redis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080760" y="28346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OTP Keys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Idempotency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926080"/>
            <a:ext cx="365760" cy="0"/>
          </a:xfrm>
          <a:prstGeom prst="line">
            <a:avLst/>
          </a:prstGeom>
          <a:noFill/>
          <a:ln w="15240">
            <a:solidFill>
              <a:srgbClr val="EF444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3749040"/>
            <a:ext cx="2926080" cy="1097280"/>
          </a:xfrm>
          <a:prstGeom prst="rect">
            <a:avLst/>
          </a:prstGeom>
          <a:solidFill>
            <a:srgbClr val="141829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943600" y="3749040"/>
            <a:ext cx="54864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6080760" y="38130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Kafka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080760" y="42062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Outbox Events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transaction-events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577840" y="4297680"/>
            <a:ext cx="365760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3611880"/>
            <a:ext cx="5303520" cy="640080"/>
          </a:xfrm>
          <a:prstGeom prst="rect">
            <a:avLst/>
          </a:prstGeom>
          <a:solidFill>
            <a:srgbClr val="141829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3611880"/>
            <a:ext cx="54864" cy="64008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6" name="Text 34"/>
          <p:cNvSpPr/>
          <p:nvPr/>
        </p:nvSpPr>
        <p:spPr>
          <a:xfrm>
            <a:off x="411480" y="36576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55F7"/>
                </a:solidFill>
              </a:rPr>
              <a:t>Twilio SMS  (OTP delivery · Transfer alerts · Account notifications)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F59E0B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Registration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868680"/>
          </a:xfrm>
          <a:prstGeom prst="rect">
            <a:avLst/>
          </a:prstGeom>
          <a:solidFill>
            <a:srgbClr val="141829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54864" cy="8686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143000"/>
            <a:ext cx="502920" cy="5029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0515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</a:rPr>
              <a:t>Send OTP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141732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Customer enters phone → Redis stores OTP with 5-min TTL → Twilio sends SMS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965960"/>
            <a:ext cx="8412480" cy="868680"/>
          </a:xfrm>
          <a:prstGeom prst="rect">
            <a:avLst/>
          </a:prstGeom>
          <a:solidFill>
            <a:srgbClr val="141829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965960"/>
            <a:ext cx="54864" cy="8686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2148840"/>
            <a:ext cx="502920" cy="50292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20574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</a:rPr>
              <a:t>Verify + Register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242316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Customer enters 6-digit OTP → verified &amp; consumed from Redis → User created (BCrypt hashed password)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971800"/>
            <a:ext cx="8412480" cy="868680"/>
          </a:xfrm>
          <a:prstGeom prst="rect">
            <a:avLst/>
          </a:prstGeom>
          <a:solidFill>
            <a:srgbClr val="141829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971800"/>
            <a:ext cx="54864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Shape 16"/>
          <p:cNvSpPr/>
          <p:nvPr/>
        </p:nvSpPr>
        <p:spPr>
          <a:xfrm>
            <a:off x="502920" y="315468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30632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Login → JWT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342900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POST /auth/login → Spring Security validates → JWT token (24h) returned → stored in localStorage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977640"/>
            <a:ext cx="8412480" cy="868680"/>
          </a:xfrm>
          <a:prstGeom prst="rect">
            <a:avLst/>
          </a:prstGeom>
          <a:solidFill>
            <a:srgbClr val="141829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977640"/>
            <a:ext cx="54864" cy="86868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4" name="Shape 22"/>
          <p:cNvSpPr/>
          <p:nvPr/>
        </p:nvSpPr>
        <p:spPr>
          <a:xfrm>
            <a:off x="502920" y="4160520"/>
            <a:ext cx="502920" cy="50292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43000" y="40690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</a:rPr>
              <a:t>Stateless Auth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43000" y="443484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Every request carries Bearer token → JwtFilter validates → SecurityContext populated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Forgot Password: Phone → OTP → New password   ·   Change Password: Requires current password confirmation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6366F1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&amp; Transactions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3977640"/>
          </a:xfrm>
          <a:prstGeom prst="rect">
            <a:avLst/>
          </a:prstGeom>
          <a:solidFill>
            <a:srgbClr val="141829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54864" cy="39776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438912" y="9784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</a:rPr>
              <a:t>Account Management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8912" y="14630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Auto-generated account numbers (ACC + UUID)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190195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Balances stored in paise (no float rounding errors)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234086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Multiple accounts per customer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277977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SYSTEM_CASH float for double-entry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8912" y="321868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Status: ACTIVE / FROZEN / CLOSED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" y="36576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SMS on FROZEN or CLOSED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" y="409651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Backoffice: Deposit / Withdraw via SYSTEM_CASH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914400"/>
            <a:ext cx="4297680" cy="3977640"/>
          </a:xfrm>
          <a:prstGeom prst="rect">
            <a:avLst/>
          </a:prstGeom>
          <a:solidFill>
            <a:srgbClr val="141829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914400"/>
            <a:ext cx="54864" cy="3977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4736592" y="9784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</a:rPr>
              <a:t>Transaction Engine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36592" y="14630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Types: TRANSFER, PAYMENT, DEPOSIT, WITHDRAWAL, REVERSAL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36592" y="190195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Idempotency keys (Redis) — no duplicate transfers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36592" y="234086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Optimistic locking (@Version) — concurrent safety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36592" y="277977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High-value gate: ₹10,000+ requires OTP (HTTP 428)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36592" y="321868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Double-entry: every transfer = DEBIT + CREDIT entry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36592" y="36576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Outbox pattern → Kafka → SMS notifications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36592" y="409651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Backoffice can reverse any COMPLETED transaction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22C55E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Access Control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2834640" cy="4023360"/>
          </a:xfrm>
          <a:prstGeom prst="rect">
            <a:avLst/>
          </a:prstGeom>
          <a:solidFill>
            <a:srgbClr val="141829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914400"/>
            <a:ext cx="54864" cy="40233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310896" y="96926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</a:rPr>
              <a:t>CUSTOMER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0896" y="14173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CAN DO: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10896" y="1691640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Register (OTP verified)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10896" y="2039112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View own accounts + statement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0896" y="2386584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Send money (OTP for high-value)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0896" y="2734056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Submit &amp; track support tickets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10896" y="3081528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Change password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10896" y="35021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CANNOT: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0896" y="3776472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✗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View other accounts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10896" y="4087368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✗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Deposit/withdraw directly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10896" y="4398264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✗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Access admin or backoffice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72968" y="914400"/>
            <a:ext cx="2834640" cy="4023360"/>
          </a:xfrm>
          <a:prstGeom prst="rect">
            <a:avLst/>
          </a:prstGeom>
          <a:solidFill>
            <a:srgbClr val="141829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72968" y="914400"/>
            <a:ext cx="54864" cy="40233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9" name="Text 17"/>
          <p:cNvSpPr/>
          <p:nvPr/>
        </p:nvSpPr>
        <p:spPr>
          <a:xfrm>
            <a:off x="3300984" y="96926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</a:rPr>
              <a:t>BACKOFFICE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300984" y="14173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CAN DO: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00984" y="1691640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Open accounts for customers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00984" y="2039112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Deposit / Withdraw / Reverse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00984" y="2386584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Freeze / close accounts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00984" y="2734056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Manage all support tickets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00984" y="3081528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View all transactions + ledger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00984" y="35021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CANNOT: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00984" y="3776472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✗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Create users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00984" y="4087368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✗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View analytics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00984" y="4398264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✗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Access admin console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63056" y="914400"/>
            <a:ext cx="2834640" cy="4023360"/>
          </a:xfrm>
          <a:prstGeom prst="rect">
            <a:avLst/>
          </a:prstGeom>
          <a:solidFill>
            <a:srgbClr val="141829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63056" y="914400"/>
            <a:ext cx="54864" cy="4023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6291072" y="96926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ADMIN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291072" y="14173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CAN DO: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91072" y="1691640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All Backoffice permissions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91072" y="2039112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Create / disable / delete users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91072" y="2386584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View system analytics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91072" y="2734056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Monitor system health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91072" y="3081528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Change any user's role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91072" y="35021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CANNOT: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91072" y="3776472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✗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Nothing — full access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EF4444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Test 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</a:rPr>
              <a:t>OTP hardcoded to  123456  in dev mode  ·  Admin: admin / Admin@123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206240" cy="658368"/>
          </a:xfrm>
          <a:prstGeom prst="rect">
            <a:avLst/>
          </a:prstGeom>
          <a:solidFill>
            <a:srgbClr val="141829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88720"/>
            <a:ext cx="45720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2252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2435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Admin creates CUSTOMER user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155448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:3002 → Users → New user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956816"/>
            <a:ext cx="4206240" cy="658368"/>
          </a:xfrm>
          <a:prstGeom prst="rect">
            <a:avLst/>
          </a:prstGeom>
          <a:solidFill>
            <a:srgbClr val="141829"/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956816"/>
            <a:ext cx="45720" cy="65836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1993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20116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OR: Customer self-registers via OTP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" y="232257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:3000 → Register → OTP 123456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724912"/>
            <a:ext cx="4206240" cy="658368"/>
          </a:xfrm>
          <a:prstGeom prst="rect">
            <a:avLst/>
          </a:prstGeom>
          <a:solidFill>
            <a:srgbClr val="141829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724912"/>
            <a:ext cx="45720" cy="6583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" y="27614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4048" y="277977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Backoffice opens account for customer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4048" y="30906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:3001 → Accounts → Open new account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493008"/>
            <a:ext cx="4206240" cy="658368"/>
          </a:xfrm>
          <a:prstGeom prst="rect">
            <a:avLst/>
          </a:prstGeom>
          <a:solidFill>
            <a:srgbClr val="141829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493008"/>
            <a:ext cx="45720" cy="6583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35295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4048" y="35478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Backoffice deposits funds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4048" y="38587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:3001 → ↓ Dep → enter paise amount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4261104"/>
            <a:ext cx="4206240" cy="658368"/>
          </a:xfrm>
          <a:prstGeom prst="rect">
            <a:avLst/>
          </a:prstGeom>
          <a:solidFill>
            <a:srgbClr val="141829"/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4261104"/>
            <a:ext cx="45720" cy="65836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" y="4297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4048" y="43159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Customer sends money (&lt; ₹10k)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4048" y="462686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:3000 → Send Money → enter account + amount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1188720"/>
            <a:ext cx="4206240" cy="658368"/>
          </a:xfrm>
          <a:prstGeom prst="rect">
            <a:avLst/>
          </a:prstGeom>
          <a:solidFill>
            <a:srgbClr val="141829"/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1188720"/>
            <a:ext cx="45720" cy="65836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2" name="Text 30"/>
          <p:cNvSpPr/>
          <p:nvPr/>
        </p:nvSpPr>
        <p:spPr>
          <a:xfrm>
            <a:off x="4864608" y="12252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64608" y="12435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Customer sends high-value (≥ ₹10k)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64608" y="155448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:3000 → Send Money → OTP gate → 123456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1956816"/>
            <a:ext cx="4206240" cy="658368"/>
          </a:xfrm>
          <a:prstGeom prst="rect">
            <a:avLst/>
          </a:prstGeom>
          <a:solidFill>
            <a:srgbClr val="141829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1956816"/>
            <a:ext cx="45720" cy="6583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7" name="Text 35"/>
          <p:cNvSpPr/>
          <p:nvPr/>
        </p:nvSpPr>
        <p:spPr>
          <a:xfrm>
            <a:off x="4864608" y="1993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07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64608" y="20116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Backoffice reverses a transaction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64608" y="232257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:3001 → Transactions → Reverse → reason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2724912"/>
            <a:ext cx="4206240" cy="658368"/>
          </a:xfrm>
          <a:prstGeom prst="rect">
            <a:avLst/>
          </a:prstGeom>
          <a:solidFill>
            <a:srgbClr val="141829"/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54880" y="2724912"/>
            <a:ext cx="45720" cy="65836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2" name="Text 40"/>
          <p:cNvSpPr/>
          <p:nvPr/>
        </p:nvSpPr>
        <p:spPr>
          <a:xfrm>
            <a:off x="4864608" y="27614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</a:rPr>
              <a:t>08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864608" y="277977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Customer raises support ticket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64608" y="30906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:3000 → Support → Submit ticket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54880" y="3493008"/>
            <a:ext cx="4206240" cy="658368"/>
          </a:xfrm>
          <a:prstGeom prst="rect">
            <a:avLst/>
          </a:prstGeom>
          <a:solidFill>
            <a:srgbClr val="141829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54880" y="3493008"/>
            <a:ext cx="45720" cy="6583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7" name="Text 45"/>
          <p:cNvSpPr/>
          <p:nvPr/>
        </p:nvSpPr>
        <p:spPr>
          <a:xfrm>
            <a:off x="4864608" y="35295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09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864608" y="35478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Backoffice resolves ticket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864608" y="38587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:3001 → Support → Manage → RESOLVED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754880" y="4261104"/>
            <a:ext cx="4206240" cy="658368"/>
          </a:xfrm>
          <a:prstGeom prst="rect">
            <a:avLst/>
          </a:prstGeom>
          <a:solidFill>
            <a:srgbClr val="141829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0" y="4261104"/>
            <a:ext cx="45720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2" name="Text 50"/>
          <p:cNvSpPr/>
          <p:nvPr/>
        </p:nvSpPr>
        <p:spPr>
          <a:xfrm>
            <a:off x="4864608" y="4297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10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864608" y="43159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Admin freezes/closes account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864608" y="462686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:3001 → click row → FROZEN → Update status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A855F7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3977640"/>
          </a:xfrm>
          <a:prstGeom prst="rect">
            <a:avLst/>
          </a:prstGeom>
          <a:solidFill>
            <a:srgbClr val="141829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54864" cy="39776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438912" y="102412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</a:rPr>
              <a:t>Local (Dev)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8912" y="15087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Java 17 · Maven · MySQL · Redis · Node 18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202082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./mvnw clean package -DskipTests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25328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pm2 start spring-boot (target/*.jar)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304495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pm2 start customer / backoffice / admin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8912" y="355701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otp.dev-mode=true → OTP = 123456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" y="40690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Ports: :8080 (API) · :3000/3001/3002 (UI)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960120"/>
            <a:ext cx="4297680" cy="3977640"/>
          </a:xfrm>
          <a:prstGeom prst="rect">
            <a:avLst/>
          </a:prstGeom>
          <a:solidFill>
            <a:srgbClr val="141829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960120"/>
            <a:ext cx="54864" cy="3977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4736592" y="102412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Production (VPS)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36592" y="15087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Ubuntu VPS · Nginx · Let's Encrypt SSL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36592" y="202082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npm run build → static dist/ folders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36592" y="25328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Nginx reverse proxy: /api/* → :8080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36592" y="30449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3 subdomains or paths per portal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36592" y="355701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otp.dev-mode=false (real Twilio SMS)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36592" y="40690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ddl-auto=validate in production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36592" y="458114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Set JWT_SECRET as env variable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F59E0B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3886200" y="640080"/>
            <a:ext cx="1371600" cy="1371600"/>
          </a:xfrm>
          <a:prstGeom prst="ellipse">
            <a:avLst/>
          </a:prstGeom>
          <a:solidFill>
            <a:srgbClr val="6366F1">
              <a:alpha val="85000"/>
            </a:srgbClr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86200" y="6400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1F5F9"/>
                </a:solidFill>
              </a:rPr>
              <a:t>₹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PayLedger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29718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18CF8"/>
                </a:solidFill>
              </a:rPr>
              <a:t>Enterprise-grade payment infrastructure — built from scratch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3493008"/>
            <a:ext cx="731520" cy="731520"/>
          </a:xfrm>
          <a:prstGeom prst="ellipse">
            <a:avLst/>
          </a:prstGeom>
          <a:solidFill>
            <a:srgbClr val="6366F1">
              <a:alpha val="80000"/>
            </a:srgbClr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4930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JWT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431596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JWT + OTP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Security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96312" y="3493008"/>
            <a:ext cx="731520" cy="731520"/>
          </a:xfrm>
          <a:prstGeom prst="ellipse">
            <a:avLst/>
          </a:prstGeom>
          <a:solidFill>
            <a:srgbClr val="22C55E">
              <a:alpha val="80000"/>
            </a:srgbClr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96312" y="34930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2x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76272" y="431596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Double-Entry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Ledger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23944" y="3493008"/>
            <a:ext cx="731520" cy="731520"/>
          </a:xfrm>
          <a:prstGeom prst="ellipse">
            <a:avLst/>
          </a:prstGeom>
          <a:solidFill>
            <a:srgbClr val="F59E0B">
              <a:alpha val="80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23944" y="34930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MQ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03904" y="431596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Kafka Outbox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Pattern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751576" y="3493008"/>
            <a:ext cx="731520" cy="731520"/>
          </a:xfrm>
          <a:prstGeom prst="ellipse">
            <a:avLst/>
          </a:prstGeom>
          <a:solidFill>
            <a:srgbClr val="EF4444">
              <a:alpha val="80000"/>
            </a:srgbClr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51576" y="34930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3P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31536" y="431596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3 Role-Based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Portals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79208" y="3493008"/>
            <a:ext cx="731520" cy="731520"/>
          </a:xfrm>
          <a:prstGeom prst="ellipse">
            <a:avLst/>
          </a:prstGeom>
          <a:solidFill>
            <a:srgbClr val="A855F7">
              <a:alpha val="80000"/>
            </a:srgbClr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79208" y="34930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REV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059168" y="431596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Transaction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Reversal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0" y="47091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K C Darshan Siddarth  ·  darshansiddarth05@gmail.com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6366F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PayLedger</dc:title>
  <dc:subject>PptxGenJS Presentation</dc:subject>
  <dc:creator>PptxGenJS</dc:creator>
  <cp:lastModifiedBy>PptxGenJS</cp:lastModifiedBy>
  <cp:revision>1</cp:revision>
  <dcterms:created xsi:type="dcterms:W3CDTF">2026-04-08T05:33:22Z</dcterms:created>
  <dcterms:modified xsi:type="dcterms:W3CDTF">2026-04-08T05:33:22Z</dcterms:modified>
</cp:coreProperties>
</file>